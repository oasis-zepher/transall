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Office conversion fixture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Alpha slide</a:t>
            </a:r>
          </a:p>
          <a:p>
            <a:r>
              <a:t>Value 42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Last slide 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